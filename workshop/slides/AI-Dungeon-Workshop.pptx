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7863840" y="-1097280"/>
            <a:ext cx="5943600" cy="5943600"/>
          </a:xfrm>
          <a:prstGeom prst="hexagon">
            <a:avLst/>
          </a:prstGeom>
          <a:solidFill>
            <a:srgbClr val="241A3D"/>
          </a:solidFill>
          <a:ln/>
        </p:spPr>
      </p:sp>
      <p:sp>
        <p:nvSpPr>
          <p:cNvPr id="3" name="Shape 1"/>
          <p:cNvSpPr/>
          <p:nvPr/>
        </p:nvSpPr>
        <p:spPr>
          <a:xfrm rot="1440000">
            <a:off x="8778240" y="-91440"/>
            <a:ext cx="4023360" cy="4023360"/>
          </a:xfrm>
          <a:prstGeom prst="hexagon">
            <a:avLst/>
          </a:prstGeom>
          <a:solidFill>
            <a:srgbClr val="34283F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234440"/>
            <a:ext cx="1920240" cy="192024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46920" y="12344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DUNGEON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4-Hour Build Workshop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text-driven, D&amp;D-inspired RPG with an AI Dungeon Master — Angular 18, a Cloudflare Worker,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D1, Workers KV, and Workers AI — from an empty folder to a deployed app.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Fornal  ·  Leading EDJE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1381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matters. The story remembers you.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241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373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limitless fantasy adventure where every decision matters, the story remembers you, and an AI always has the next chapter ready."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34283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≥15min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 length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 · engaging AI narrative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2004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34283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4340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&lt;3sec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time (p95)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NF-01 · edge performance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34283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800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global edge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targets: PRD.md § 2 — Goals &amp; Success Metrics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1381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diagram, every phase has a home on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60020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34283F"/>
          </a:solidFill>
          <a:ln w="952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SPA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· hash routing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2468880"/>
            <a:ext cx="0" cy="41148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288036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241A3D"/>
          </a:solidFill>
          <a:ln w="952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0332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“game-api”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Hono.js router — every backend concern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0" y="3840480"/>
            <a:ext cx="2468880" cy="64008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3840480"/>
            <a:ext cx="0" cy="64008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3840480"/>
            <a:ext cx="2011680" cy="64008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34283F"/>
          </a:solidFill>
          <a:ln w="952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KV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session:{id}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location, active quest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history[20]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combat state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7 days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34283F"/>
          </a:solidFill>
          <a:ln w="952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0060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D1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4937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characters, inventory,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adventure_log, monsters,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quests, shops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(durable SQLite)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34283F"/>
          </a:solidFill>
          <a:ln w="952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82396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AI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4937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@cf/meta/llama-3.3-70b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-instruct-fp8-fast (primary)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mistral-7b-instruct (fallback)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narrative only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is the source of truth for RULES. The AI is the source of truth for PROSE.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1381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phase folder has the same shape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concepts, step-by-step instructions, and a checkpoint before you move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65960"/>
            <a:ext cx="548640" cy="54864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starter/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51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with // TODO markers. Paths mirror the real project — copy them into your own working project.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548640" cy="54864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solution/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51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files, complete. Peek if you're stuck, or copy forward if you fall behind.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any point? complete-reference/ is the finished app, runnable end to end — no assembly required.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10881360" cy="0"/>
          </a:xfrm>
          <a:prstGeom prst="line">
            <a:avLst/>
          </a:prstGeom>
          <a:noFill/>
          <a:ln w="12700">
            <a:solidFill>
              <a:srgbClr val="3428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029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OF THE DAY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computes rules (dice, combat, XP). The AI only narrates. Never the reverse.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1381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hours, ten phases, two coffee breaks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Welcome &amp; Architecture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585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58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Environment Setup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25856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Layer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8254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9242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924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Worker Core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3924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41064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593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59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9593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526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526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 Dungeon Master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45262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09320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0932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Frontend Foundations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509320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641848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16916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2:15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Game Console UI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789920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240280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22585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2258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0789920" y="225856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282549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Combat &amp; Progression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789920" y="28254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374136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09360" y="339242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33924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Economy &amp; World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10789920" y="33924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0" y="3941064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09360" y="39593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3:25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3959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Deploy &amp; Wrap-up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10789920" y="39593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9360" y="4507992"/>
            <a:ext cx="5120640" cy="0"/>
          </a:xfrm>
          <a:prstGeom prst="line">
            <a:avLst/>
          </a:prstGeom>
          <a:noFill/>
          <a:ln w="9525">
            <a:solidFill>
              <a:srgbClr val="34283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09360" y="4526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3:40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0" y="4526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/ Q&amp;A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10789920" y="45262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Project Setup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Cloudflare resources: a D1 database and a Workers KV namespace.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the worker/ and frontend/ project folders you'll build in for the rest of the day.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minimal Worker with one route — a health check — and confirm it runs locally.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worker/wrangler.toml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worker/src/index.ts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frontend/angular.json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frontend/src/environments/*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Layer: D1 Schema &amp; Seed Data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D1 schema: characters, inventory, items, monsters, loot tables, quests, and shops.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seed data so character creation and shops have something to work with immediately.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shared TypeScript types the whole Worker will import from.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migrations/0001_initial_schema.sql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worker/src/db/seed.sql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worker/src/types/index.ts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Core: Router, Dice &amp; Character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Hono router with CORS, logging, and error handling.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dice engine — 4d6-drop-lowest ability rolls, ability modifiers, NdM+mod parsing.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character creation and lookup, and a raw KV session-state read endpoint.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worker/src/services/dice.ts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worker/src/services/character.ts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worker/src/services/session.ts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worker/src/routes/character.ts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worker/src/routes/session.ts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Dungeon Master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DM system prompt and the per-turn template: character state, world context, recent history.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Workers AI with a primary model and an automatic fallback on failure.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repair, and — if needed — gracefully fall back on the model's JSON output.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rule: the Worker resolves dice; the AI only narrates the result.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MODEL → 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194560"/>
            <a:ext cx="3383280" cy="621792"/>
          </a:xfrm>
          <a:prstGeom prst="roundRect">
            <a:avLst>
              <a:gd name="adj" fmla="val 8824"/>
            </a:avLst>
          </a:prstGeom>
          <a:solidFill>
            <a:srgbClr val="3428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2249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persona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“Fair, immersive DM — never break character”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46336" y="2816352"/>
            <a:ext cx="0" cy="13716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63840" y="2953512"/>
            <a:ext cx="3383280" cy="621792"/>
          </a:xfrm>
          <a:prstGeom prst="roundRect">
            <a:avLst>
              <a:gd name="adj" fmla="val 8824"/>
            </a:avLst>
          </a:prstGeom>
          <a:solidFill>
            <a:srgbClr val="3428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264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character, location, quest, last 10 turns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46336" y="3575304"/>
            <a:ext cx="0" cy="13716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0" y="3712464"/>
            <a:ext cx="3383280" cy="621792"/>
          </a:xfrm>
          <a:prstGeom prst="roundRect">
            <a:avLst>
              <a:gd name="adj" fmla="val 8824"/>
            </a:avLst>
          </a:prstGeom>
          <a:solidFill>
            <a:srgbClr val="3428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input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023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free-text 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46336" y="4334256"/>
            <a:ext cx="0" cy="13716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63840" y="4471416"/>
            <a:ext cx="3383280" cy="621792"/>
          </a:xfrm>
          <a:prstGeom prst="roundRect">
            <a:avLst>
              <a:gd name="adj" fmla="val 8824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782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→ mistral-7b fallback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46336" y="5093208"/>
            <a:ext cx="0" cy="13716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63840" y="5230368"/>
            <a:ext cx="3383280" cy="621792"/>
          </a:xfrm>
          <a:prstGeom prst="roundRect">
            <a:avLst>
              <a:gd name="adj" fmla="val 8824"/>
            </a:avLst>
          </a:prstGeom>
          <a:solidFill>
            <a:srgbClr val="3428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0" y="5285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narrative, gameStateChanges, suggestedActions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Foundations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Worker's API contract as shared TypeScript types.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signal-based reactive character state — the single source of truth the UI reads from.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login screen and the multi-step character creation flow.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models/game.models.ts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services/game-api.service.ts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services/character-state.service.ts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services/auth.service.ts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components/login/*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components/character-creation/*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Console UI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main play screen: narrative feed, quick-action chips, free-text input.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character sheet sidebar to live state — HP, AC, XP, gold.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the whole app: dark fantasy palette, parchment narrative panel, serif type.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components/game-console/*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components/character-sheet/*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frontend/src/styles.scss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&amp; Progression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attacks server-side: d20 + modifier vs. AC, weapon/class damage dice.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monsters from D1 by challenge rating matched to player level.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XP and loot on victory; increase HP and grant an ability improvement on level-up.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worker/src/services/combat.ts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worker/src/routes/combat.ts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worker/src/routes/levelup.ts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Economy &amp; World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sell items with gold and a STR-based carry-weight limit.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quests and expose a paginated adventure log.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inventory UI — equip, use, drop, and shop transactions.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94560"/>
            <a:ext cx="3383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worker/src/routes/shop.ts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worker/src/routes/quest.ts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worker/src/routes/log.ts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1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components/inventory/*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9692640" y="3931920"/>
            <a:ext cx="3840480" cy="3840480"/>
          </a:xfrm>
          <a:prstGeom prst="hexagon">
            <a:avLst/>
          </a:prstGeom>
          <a:solidFill>
            <a:srgbClr val="241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868680" cy="868680"/>
          </a:xfrm>
          <a:prstGeom prst="hexagon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Wrap-up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Worker and the Angular app to Cloudflare Pages for real.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D1 migrations and seed data to production — a step it's easy to forget.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ten real production issues this exact app hit, and their fixes.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43800" y="1508760"/>
            <a:ext cx="4023360" cy="4709160"/>
          </a:xfrm>
          <a:prstGeom prst="roundRect">
            <a:avLst>
              <a:gd name="adj" fmla="val 2727"/>
            </a:avLst>
          </a:prstGeom>
          <a:solidFill>
            <a:srgbClr val="241A3D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CHECKLIST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44830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41A3D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240280"/>
            <a:ext cx="2971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 (worker)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306552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41A3D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2857500"/>
            <a:ext cx="2971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migrations apply --remote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0" y="368274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41A3D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3474720"/>
            <a:ext cx="2971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execute --remote seed.sql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429996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41A3D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4091940"/>
            <a:ext cx="2971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environment.prod.ts has real URL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63840" y="491718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41A3D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709160"/>
            <a:ext cx="2971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build --configuration production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63840" y="553440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41A3D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5326380"/>
            <a:ext cx="2971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pages deploy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DUNGEON  ·  4-HOUR BUILD WORKSHOP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1371600" y="-1371600"/>
            <a:ext cx="5486400" cy="5486400"/>
          </a:xfrm>
          <a:prstGeom prst="hexagon">
            <a:avLst/>
          </a:prstGeom>
          <a:solidFill>
            <a:srgbClr val="241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empty folder to a deployed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Dungeon Master.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3428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4290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that carries past today: the Worker owns the rules, the AI owns the prose.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29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PRD.md § 13 (Risks &amp; Mitigations) — it reads differently now that you've built the thing.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primary Workers AI model and see how much of ai-dm.ts's defensive parsing you actually needed.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open question from Phase 9 and prototype it.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Bob Fornal  ·  Leading EDJE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Leading EDJE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Dungeon — 4-Hour Build Workshop</dc:title>
  <dc:subject>PptxGenJS Presentation</dc:subject>
  <dc:creator>Bob Fornal / Leading EDJE</dc:creator>
  <cp:lastModifiedBy>Bob Fornal / Leading EDJE</cp:lastModifiedBy>
  <cp:revision>1</cp:revision>
  <dcterms:created xsi:type="dcterms:W3CDTF">2026-08-28T13:21:23Z</dcterms:created>
  <dcterms:modified xsi:type="dcterms:W3CDTF">2026-08-28T13:21:23Z</dcterms:modified>
</cp:coreProperties>
</file>